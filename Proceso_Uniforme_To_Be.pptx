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1430000" cy="1371600"/>
          </a:xfrm>
          <a:prstGeom prst="rect">
            <a:avLst/>
          </a:prstGeom>
          <a:noFill/>
        </p:spPr>
        <p:txBody>
          <a:bodyPr wrap="none">
            <a:spAutoFit/>
          </a:bodyPr>
          <a:lstStyle/>
          <a:p>
            <a:pPr algn="ctr">
              <a:defRPr sz="4800" b="1">
                <a:solidFill>
                  <a:srgbClr val="0053E2"/>
                </a:solidFill>
              </a:defRPr>
            </a:pPr>
            <a:r>
              <a:t>Proceso Uniforme</a:t>
            </a:r>
          </a:p>
        </p:txBody>
      </p:sp>
      <p:sp>
        <p:nvSpPr>
          <p:cNvPr id="3" name="TextBox 2"/>
          <p:cNvSpPr txBox="1"/>
          <p:nvPr/>
        </p:nvSpPr>
        <p:spPr>
          <a:xfrm>
            <a:off x="457200" y="3657600"/>
            <a:ext cx="11430000" cy="914400"/>
          </a:xfrm>
          <a:prstGeom prst="rect">
            <a:avLst/>
          </a:prstGeom>
          <a:noFill/>
        </p:spPr>
        <p:txBody>
          <a:bodyPr wrap="none">
            <a:spAutoFit/>
          </a:bodyPr>
          <a:lstStyle/>
          <a:p>
            <a:pPr algn="ctr">
              <a:defRPr sz="3200">
                <a:solidFill>
                  <a:srgbClr val="646464"/>
                </a:solidFill>
              </a:defRPr>
            </a:pPr>
            <a:r>
              <a:t>Modelo To-Be - Propuesta Final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Proceso Gestión de Uniformes</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Gestión de UniformesLevantamiento del proceso y principales oportunidades</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Gestión de UniformesLevantamiento del proceso y principales oportunidades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Etapas del procesoObjetivoEtapaDefinir y validar el monto económico requerido pa</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Etapas del procesoObjetivoEtapaDefinir y validar el monto económico requerido para cubrir la adquisición de los uniformes, asegurando que el gasto esté alineado con la planificación financiera de la compañía.PresupuestoFormalizar la necesidad de adquisición de uniformes, detallando cantidades, tallas, características técnicas y plazos, con el fin de establecer el proceso de compra de manera ordenada, trazable y alienada a las políticas Walmart.SolicitudAsegurar el suministro de uniformes de cali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DoloresNo existe registro de inventario en tiendas.No tenemos registrado el de</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1.PresupuestoFicha de Service Nowdesactualizada.Formulario de solitud sin reglas o validaciones de negocioFormulario sin Picklist(Texto Abierto) que impide categorizar o tabular las solicitudes.Ficha técnica desactualizadaFormato de solicitudes consolidado  engorroso (Service Now)Correcciones y controles manuales en las solicitudes de las tiendas.</a:t>
            </a:r>
            <a:br/>
            <a:r>
              <a:t>2. Solicitud4.AlmacenamientoTiendas sin espacio.No existe cuadratura de prendas compras vs recibidas.Entrega parcializada de uniformes.Recep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Gestión de UniformesFlujos del proceso</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Gestión de UniformesFlujos del proceso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Presupuesto (As-Is)</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SiNoNota : Etapa en constante cambio no contamos con un flujo definido o definitivo.</a:t>
            </a:r>
            <a:br/>
            <a:r>
              <a:t>Descripción:El proceso de presupuesto para la compra de uniformes tiene como finalidad planificar, estimar y controlar los recursos financieros destinados a la adquisición de indumentaria laboral para los colaboradores de la empresa, asegurando que dicha compra sea oportuna, eficiente y alineada con las políticas internas,Dolores:1. No existe registro de inventario.2. No tenemos registrado el detalle de las tall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Presupuesto (Hallazgos)</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SiNoNota : Etapa en constante cambio no contamos con un flujo definido o definitivo.</a:t>
            </a:r>
            <a:br/>
            <a:r>
              <a:t>Descripción:El proceso de presupuesto para la compra de uniformes tiene como finalidad planificar, estimar y controlar los recursos financieros destinados a la adquisición de indumentaria laboral para los colaboradores de la empresa, asegurando que dicha compra sea oportuna, eficiente y alineada con las políticas internas,Dolores:1. No existe registro de inventario.2. No tenemos registrado el detalle de las tall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Descripción:Proceso debe asegurar la disponibilidad y entrega oportuna de unifor</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NoSiSiNo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Descripción:Proceso debe asegurar la disponibilidad y entrega oportuna de unifor</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NoSiSiNo1 2345 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Compra (As-Is)Descripción:Gestionar la adquisición eficiente y oportuna de unifo</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Compra (As-Is)Descripción:Gestionar la adquisición eficiente y oportuna de uniformes, asegurando calidad, cumplimiento de plazos y optimización de recursos, conforme a las necesidades levantadas y al presupuesto aprobadoDolores:1. Problemas en homologación de tallas, en china las tallas suelen ser mas pequeñas.2. Tiempo de compra de 10 meses con proveedor actual.3. Se realizan compras directas en la tienda sin OC.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Compra (Hallazgos)Descripción:Gestionar la adquisición eficiente y oportuna de u</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Compra (Hallazgos)Descripción:Gestionar la adquisición eficiente y oportuna de uniformes, asegurando calidad, cumplimiento de plazos y optimización de recursos, conforme a las necesidades levantadas y al presupuesto aprobadoDolores:1. Problemas en homologación de tallas, en china las tallas suelen ser mas pequeñas.2. Tiempo de compra de 10 meses con proveedor actual.1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Almacenamiento (As-Is)Descripción:Una vez que el proveedor entrega los uniformes</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Almacenamiento (As-Is)Descripción:Una vez que el proveedor entrega los uniformes , se inicia la etapa de almacenamiento, cuyo propósito principal es resguardar adecuadamente las prendas recibidas hasta su distribución, garantizando condiciones optimas de conservación, orden y control.Dolores:1. Recepción parcializada de uniformes2. Recepción de uniformes por proveedores o camiones Walmart3. No existe cuadratura de prendas. Compras vs recibidas.4. Tiendas sin espacio.5. Perdida de prendas en la 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Almacenamiento (Hallazgos)Descripción:Una vez que el proveedor entrega los unifo</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4312 5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Entrega (As-Is)</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 ¿conforme?</a:t>
            </a:r>
            <a:br/>
            <a:r>
              <a:t>Descripción:Proceso debe asegurar la disponibilidad y entrega oportuna de uniformes adecuados para los colaboradores, este proceso debe ser ordenado, transparente y trazable, asegurando que cada colaborador reciba la prenda adecuada en cantidad, talla y condiciones optimas.Dolores:1. No existe control de prendas entregadas.2. No existe control de que colaboradores reciben su uniforme o prendas.3. Acta de entrega en papel y no estandarizada 4. Respaldos en físico en la tienda de acta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Entrega (Hallazgos)</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 ¿conforme?</a:t>
            </a:r>
            <a:br/>
            <a:r>
              <a:t>Descripción:Proceso debe asegurar la disponibilidad y entrega oportuna de uniformes adecuados para los colaboradores, este proceso debe ser ordenado, transparente y trazable, asegurando que cada colaborador reciba la prenda adecuada en cantidad, talla y condiciones optimas.Dolores:1. No existe control de prendas entregadas.2. No existe control de que colaboradores reciben su uniforme o prendas. 3. Acta de entrega en papel y no estandarizada 4. Respaldos en físico en la tienda de act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CuadraturaDescripción:Proceso corresponde a la verificación y conciliación final</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CuadraturaDescripción:Proceso corresponde a la verificación y conciliación final entre losolicitado, lo recibido, lo facturado y lo entregado, con el objetivo devalidar que el proceso de compra se haya ejecutado correctamenteen términos de cantidad, calidad , valor y trazabilidadDolores:- No existe control del gasto en compras fuera de campaña oreposición.- Desvio en el plan de +800 millones al año.- Presupuesto no ajustado a cada una de las tiendas.Este proceso aun no se encuentra implementado.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Gestión de UniformesPropuesta</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Gestión de UniformesPropuesta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AlcanceLa cobertura de este proyecto se limita exclusivamente al módulo HCM de S</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Creación de tabla maestra de uniformes,indicando entre otros atributos tipode prenda de uniforme, talla, sexo, etc.</a:t>
            </a:r>
            <a:br/>
            <a:r>
              <a:t>Creación de tabla maestra de solicitudes de uniforme por local, indicandocantidad de prendas, tipos de prenda, tallas, etc.</a:t>
            </a:r>
            <a:br/>
            <a:r>
              <a:t>Habilitación y/o creación de infotipo (1)para registrar la talla del colaboradorsegún distintos tipos de prenda, con fecha de inicio y fin de validez.</a:t>
            </a:r>
            <a:br/>
            <a:r>
              <a:t>Habilitación y/o creación de infotipo (2)para registrar las prendas deluniforme que son asignadas a un colabo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Estimación Tiempo y Costo (SAP ECC)Planificación</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RolesCostoTotalHorasConsultorABAPFuncionalHREtapas / Roles2828Relevamiento2424Analisis y Diseño508220288Realización6060Despliegue620220400Total HorasCosto CLPCosto UFRol$ 15.857.436400Consultor Funcional$ 8.721.590220Consultor ABAP$ 24.579.026620Costo Total (UF)</a:t>
            </a:r>
            <a:br/>
            <a:r>
              <a:t>La Implementación de Gestión de Uniformes bajo el alcance definido tendría uncosto estimado de 620 UF ($24,6Millones)con una empresa Externay el tiempo estimado de implementación es de21 Semanas (102 días hábiles).Estimación no considera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Estimación Tiempo y Costo (SAP Successfactors)La Implementación de Gestión de Un</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Planificación</a:t>
            </a:r>
            <a:br/>
            <a:r>
              <a:t>RolesCostoTotalHorasConsultor ECEtapas / Roles1616Relevamiento112112Realización1616Despliegue114144Total HorasCosto CLPCosto UFRol$ 5.708.677144Consultor Funcional$ 5.708.677144Costo Total (UF)•Planificación no considera tiempos de Preparación de Contrato con Empresa Externa.•El valor en CLP es referencial. Precio final se determina con empresa Externa.•Tipo de cambio utilizado es de UF 39.643,59.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RolesConsultor Funcional SAP HCMConsultor ABAP SAP HCMAnalista de TecnologíaDesa</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Escenario 1CostoMeses#$ 15.857.43651 $ 8.721.59051 $ 10.800.00061$ 35.379.026 (892 UF)Implementación en SAP ECC con Consultoría 100% Externa (Llave en mano)CostoMeses#$ 9.000.00051 $12.000.00051 $ 10.800.00061$ 31.800.000 (802 UF)</a:t>
            </a:r>
            <a:br/>
            <a:r>
              <a:t>Escenario 2Escenario 3Implementación en SAP ECC con equipos de desarrollo internos (StarSAP)CostoMeses#$ 10.800.00051 $ 12.000.00051$ 22.800.000 (575 UF)No Implementar en SAP ECC , con desarrollo en PowerPlatform</a:t>
            </a:r>
            <a:br/>
            <a:r>
              <a:t>CostoSAP Successfactors</a:t>
            </a:r>
            <a:br/>
            <a:r>
              <a:t>Comparativo EscenariosAcompañado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Gestión de UniformesAnexo 1Otras etapas identificadas</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Gestión de UniformesAnexo 1Otras etapas identificadas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Reposición</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Aprueba</a:t>
            </a:r>
            <a:br/>
            <a:r>
              <a:t>Inicio</a:t>
            </a:r>
            <a:br/>
            <a:r>
              <a:t>ApruebaFin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LicitaciónInicio FinSolicitud decantidadesPreparaciónde  basesConvocatoriaRecepc</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COMPRAS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Gestión de UniformesAnexo 2Activity Analysis</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Gestión de UniformesAnexo 2Activity Analysis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Activity Analysis (1/8)Tiempo Futuro(To-Be)Tiempo Actual(As-Is)Tipo ActividadAct</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Activity Analysis (1/8)Tiempo Futuro(To-Be)Tiempo Actual(As-Is)Tipo ActividadActividadÁreaEtapa# 10 MINUTOSEn sistemaObtiene Presupuesto en OnestreamFinanzasPresupuesto1 5 minutosManualObtiene IPC Anual de SIIFinanzasPresupuesto2 5 minutosManualCalcula IPCFinanzasPresupuesto3 1 mesManualCalcula Nuevo presupuestoFinanzasPresupuesto4 1 horaManualEntrega PresupuestoFinanzasPresupuesto5 2 semanasManualRecibe y revisa presupuesto ECO / LPMPresupuesto6 1 semanaManualEnvía comentariosECO / LPMPresupues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Activity Analysis (2/8)Tiempo Futuro(To-Be)Tiempo Actual(As-Is)Tipo ActividadAct</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Activity Analysis (2/8)Tiempo Futuro(To-Be)Tiempo Actual(As-Is)Tipo ActividadActividadÁreaProceso# En sistemaLibera modulo con EEUUCompras Solicitud 1 10 minutosManualComunica inicio de campaña ECO / LPMSolicitud 2 1 horaManualSolicita a la LPT ingresar solicitud ECO / LPMSolicitud 3 En sistemaDescarga solicitud ECO / LPMSolicitud 4 2 horasManualVerifica total tiendas ECO / LPMSolicitud 5 1 hora ManualSolicitud con error ECO / LPMSolicitud 6 2 horasManualCorrige error ECO / LPMSolicitud 7 1 vez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Activity Analysis (3/8)Tiempo Futuro(To-Be)Tiempo Actual(As-Is)Tipo ActividadAct</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Activity Analysis (3/8)Tiempo Futuro(To-Be)Tiempo Actual(As-Is)Tipo ActividadActividadÁreaProceso# 1 semanaManualRecibe solicitud compra Compras Compra1 4 semanas ManualLicita procesoCompras Compra2 6 semanasManualRecibe propuestas Compras Compra3 2 semanasManualDefine proveedor Compras Compra4 1 mesManualGenera compra Compras Compra5 10 minutosManualApruebaECO / LPMCompra6 1 diaManualValida por e-mailECO / LPMCompra7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Activity Analysis (4/8)Tiempo Futuro(To-Be)Tiempo Actual(As-Is)Tipo ActividadAct</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Activity Analysis (4/8)Tiempo Futuro(To-Be)Tiempo Actual(As-Is)Tipo ActividadActividadÁreaProceso# Durante Septiembre y MarzoManualProveedor despacha directo a tiendas ProveedorAlmacenamiento1 40 minutosManualRecepción LPT/ Recepción TiendaAlmacenamiento2 30 minutosManualRevisa guía de despacho / OC LPT/ Recepción TiendaAlmacenamiento3 2 minutosManualEnvía correo de confirmación recepción a ECCOLPT/ Recepción TiendaAlmacenamiento4 1 día ManualAlmacena en bodega u otro espacio físico disponible 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Activity Analysis (5/8)Tiempo Futuro(To-Be)Tiempo Actual(As-Is)Tipo ActividadAct</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Activity Analysis (5/8)Tiempo Futuro(To-Be)Tiempo Actual(As-Is)Tipo ActividadActividadÁreaProceso# 2 semanasManualCoordina entregaLPTEntrega 1 2 semanasManualEntrega de uniforme LPTEntrega 2 10 minutosManualRecibe uniformeColaboradores Entrega 3 5 minutosManualConforme ( NO ) Colaboradores Entrega 4 5 minutosManualDevuelve a LPTColaboradores Entrega 5 1 horaManualEntrega nuevas tallasLPTEntrega 6 5 minutosManualConforme ( SI )Colaboradores Entrega 7 5 minutosManualFirma acta de entrega Colaborad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Activity Analysis (6/8)Tiempo Futuro(To-Be)Tiempo Actual(As-Is)Tipo ActividadAct</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Activity Analysis (6/8)Tiempo Futuro(To-Be)Tiempo Actual(As-Is)Tipo ActividadActividadÁreaProceso# Este proceso aun no se encuentra implementado. Cuadratura 123456789101112131415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Activity Analysis (7/8)Tiempo Futuro(To-Be)Tiempo Actual(As-Is)Tipo ActividadAct</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Activity Analysis (7/8)Tiempo Futuro(To-Be)Tiempo Actual(As-Is)Tipo ActividadActividadÁreaProceso# 30 minutos ManualRealiza solicitud LPTReposición 1 10 minutos ManualPor mail  (Justifica compra) LPTReposición 2 1 díaEn sistemaPor  SAP Ariba (Justifica compra por mail)LPTReposición 3 1 díaManualRecibe justificación por mail Compras Reposición 4 1 díaEn sistemaRecibe solicitud por SAPCompras Reposición 5 1 día ManualAprueba Compras Reposición 6 1 día ManualGenera compraCompras Reposición 7 1 díaM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Activity Analysis (8/8)Tiempo Futuro(To-Be)Tiempo Actual(As-Is)Tipo ActividadAct</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Activity Analysis (8/8)Tiempo Futuro(To-Be)Tiempo Actual(As-Is)Tipo ActividadActividadÁreaProceso# 2 semanasManualSolicitud de cantidadesComprasLicitación1 3 semanasManualPreparación de basesComprasLicitación2 1 semanaManualConvocatoriasComprasLicitación3 2 semanasManualRecepción Técnica ComprasLicitación4 5 semanasManualEvaluación Técnica, Económica, AdjudicaciónComprasLicitación5 2 semanas ManualAdjudicaciónComprasLicitación6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none">
            <a:spAutoFit/>
          </a:bodyPr>
          <a:lstStyle/>
          <a:p>
            <a:pPr>
              <a:defRPr sz="2400" b="1">
                <a:solidFill>
                  <a:srgbClr val="0053E2"/>
                </a:solidFill>
              </a:defRPr>
            </a:pPr>
            <a:r>
              <a:t>V° B°ÁreaParticipantes#</a:t>
            </a:r>
          </a:p>
        </p:txBody>
      </p:sp>
      <p:sp>
        <p:nvSpPr>
          <p:cNvPr id="3" name="TextBox 2"/>
          <p:cNvSpPr txBox="1"/>
          <p:nvPr/>
        </p:nvSpPr>
        <p:spPr>
          <a:xfrm>
            <a:off x="457200" y="1097280"/>
            <a:ext cx="11247120" cy="5303520"/>
          </a:xfrm>
          <a:prstGeom prst="rect">
            <a:avLst/>
          </a:prstGeom>
          <a:noFill/>
        </p:spPr>
        <p:txBody>
          <a:bodyPr wrap="square">
            <a:spAutoFit/>
          </a:bodyPr>
          <a:lstStyle/>
          <a:p>
            <a:pPr>
              <a:spcAft>
                <a:spcPts val="800"/>
              </a:spcAft>
              <a:defRPr sz="1400">
                <a:solidFill>
                  <a:srgbClr val="323232"/>
                </a:solidFill>
              </a:defRPr>
            </a:pPr>
            <a:r>
              <a:t>ECCONicole Lama1</a:t>
            </a:r>
            <a:br/>
            <a:r>
              <a:t> LPCTrinidad  Abell2</a:t>
            </a:r>
            <a:br/>
            <a:r>
              <a:t> EccoSalvador Jeria3</a:t>
            </a:r>
            <a:br/>
            <a:r>
              <a:t> ComprasCarlos Navarro4</a:t>
            </a:r>
            <a:br/>
            <a:r>
              <a:t> Compras Suhey Reyes5 FinanzasJorge Cabrera6 ECCOLeandro Torres  7 Finanzas Francisco Campos 8</a:t>
            </a:r>
            <a:br/>
            <a:r>
              <a:t>Aprobación final de cierre del modelo As-Is</a:t>
            </a:r>
            <a:br/>
            <a:r>
              <a:t>Nota : V° B° de cada área respaldado vía e-mail.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