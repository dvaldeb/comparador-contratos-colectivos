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942085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7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942085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2709" y="1477781"/>
            <a:ext cx="4310195" cy="61574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1E60"/>
                </a:solidFill>
              </a:defRPr>
            </a:pPr>
            <a:r>
              <a:t>Presupuesto (As-Is)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5974" y="2155097"/>
            <a:ext cx="4925937" cy="7696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>
                <a:solidFill>
                  <a:srgbClr val="001E60"/>
                </a:solidFill>
              </a:defRPr>
            </a:pPr>
            <a:r>
              <a:t>Descripcion:</a:t>
            </a:r>
          </a:p>
          <a:p>
            <a:pPr>
              <a:defRPr sz="700">
                <a:solidFill>
                  <a:srgbClr val="001E60"/>
                </a:solidFill>
              </a:defRPr>
            </a:pPr>
            <a:r>
              <a:t>El proceso de presupuesto para la compra de uniformes tiene como objetivo planificar y controlar los recursos financieros destinados a la adquisicion de uniformes para los colaboradores de la empresa, asegurando que dicha inversion se ajuste a las politicas internas.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7538" y="2155097"/>
            <a:ext cx="4002324" cy="1000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>
                <a:solidFill>
                  <a:srgbClr val="001E60"/>
                </a:solidFill>
              </a:defRPr>
            </a:pPr>
            <a:r>
              <a:t>Dolores:</a:t>
            </a:r>
          </a:p>
          <a:p>
            <a:pPr>
              <a:defRPr sz="700">
                <a:solidFill>
                  <a:srgbClr val="001E60"/>
                </a:solidFill>
              </a:defRPr>
            </a:pPr>
            <a:r>
              <a:t>1. No existe registro de inventario.</a:t>
            </a:r>
          </a:p>
          <a:p>
            <a:pPr>
              <a:defRPr sz="700">
                <a:solidFill>
                  <a:srgbClr val="001E60"/>
                </a:solidFill>
              </a:defRPr>
            </a:pPr>
            <a:r>
              <a:t>2. No tenemos registrado el detalle de las tallas de los asociados.</a:t>
            </a:r>
          </a:p>
          <a:p>
            <a:pPr>
              <a:defRPr sz="700">
                <a:solidFill>
                  <a:srgbClr val="001E60"/>
                </a:solidFill>
              </a:defRPr>
            </a:pPr>
            <a:r>
              <a:t>3. No se incluye el dato de rotacion en la proyeccion.</a:t>
            </a:r>
          </a:p>
          <a:p>
            <a:pPr>
              <a:defRPr sz="700">
                <a:solidFill>
                  <a:srgbClr val="001E60"/>
                </a:solidFill>
              </a:defRPr>
            </a:pPr>
            <a:r>
              <a:t>4. No se incluyen campanas en la proyeccion.</a:t>
            </a:r>
          </a:p>
          <a:p>
            <a:pPr>
              <a:defRPr sz="700">
                <a:solidFill>
                  <a:srgbClr val="001E60"/>
                </a:solidFill>
              </a:defRPr>
            </a:pPr>
            <a:r>
              <a:t>5. No se incluyen inputs de negocio en la proyeccion.</a:t>
            </a:r>
          </a:p>
          <a:p>
            <a:pPr>
              <a:defRPr sz="700">
                <a:solidFill>
                  <a:srgbClr val="001E60"/>
                </a:solidFill>
              </a:defRPr>
            </a:pPr>
            <a:r>
              <a:t>6. No existe control de presupuesto vs gasto real de uniformes.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2155" y="7065641"/>
            <a:ext cx="6157421" cy="2309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001E60"/>
                </a:solidFill>
              </a:defRPr>
            </a:pPr>
            <a:r>
              <a:t>Nota: Etapa en constante cambio, no contamos con un proceso estandarizado.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81499" y="5941912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1E60"/>
                </a:solidFill>
              </a:defRPr>
            </a:pPr>
            <a:r>
              <a:t>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65641" y="6449899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0000"/>
                </a:solidFill>
              </a:defRPr>
            </a:pPr>
            <a:r>
              <a:t>No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