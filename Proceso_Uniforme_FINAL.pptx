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2709" y="1075764"/>
            <a:ext cx="4310195" cy="448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1E60"/>
                </a:solidFill>
              </a:defRPr>
            </a:pPr>
            <a:r>
              <a:t>Presupuesto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68823"/>
            <a:ext cx="4925937" cy="56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 b="1">
                <a:solidFill>
                  <a:srgbClr val="001E60"/>
                </a:solidFill>
              </a:defRPr>
            </a:pPr>
            <a:r>
              <a:t>Descripcion: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El proceso de presupuesto para la compra de uniformes tiene como objetivo planificar y controlar los recursos financieros destinados a la adquisicion de uniformes para los colaboradores de la empresa.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7537" y="1568823"/>
            <a:ext cx="4002324" cy="728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 b="1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1. No existe registro de inventario.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2. No tenemos registrado el detalle de las tallas.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3. No se incluye el dato de rotacion.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4. No se incluyen campanas en la proyeccion.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5. No se incluyen inputs de negocio.</a:t>
            </a:r>
          </a:p>
          <a:p>
            <a:pPr>
              <a:defRPr sz="600">
                <a:solidFill>
                  <a:srgbClr val="001E60"/>
                </a:solidFill>
              </a:defRPr>
            </a:pPr>
            <a:r>
              <a:t>6. No existe control de presupuesto vs gasto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155" y="5143500"/>
            <a:ext cx="6157421" cy="168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001E60"/>
                </a:solidFill>
              </a:defRPr>
            </a:pPr>
            <a:r>
              <a:t>Nota: Etapa en constante cambio, no contamos con un proceso estandarizado.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1499" y="432547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01E60"/>
                </a:solidFill>
              </a:defRPr>
            </a:pPr>
            <a:r>
              <a:t>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641" y="469526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0000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94" y="171450"/>
            <a:ext cx="8431305" cy="6515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